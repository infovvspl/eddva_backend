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22860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-137160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5720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02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CBSE  ·  Class 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95360" y="45720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502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📚  Biology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188720"/>
            <a:ext cx="108813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1732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Photosynthesis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>
                    <a:alpha val="8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Educational Presentation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12188952" cy="2176272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Slides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5029200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5047488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🎓  AI Educational Classroom Presentation Generator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38560" y="5029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 ·  Class 9  ·  CBSE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E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 Photosynthesis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286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8288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9659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is the process by which plants, algae, and some bacteria convert light energy from the sun into chemical energy in the form of glucose.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256032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56032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6974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process occurs in specialized organelles called chloroplasts, which contain the pigment chlorophyll that absorbs light energy.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329184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29184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4290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is essential for life on Earth, as it provides energy and organic compounds for food chains and supports the Earth's atmosphere.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CE3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 ·  Biology  ·  Class 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0" y="6492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Educational PPT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 ·  Class 9  ·  CBSE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E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 Photosynthesis (Part 2)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286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8288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9659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photosynthesis, life as we know it would not be possible, and the Earth's ecosystem would be drastically different.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CE3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 ·  Biology  ·  Class 9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0" y="6492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Educational PPT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 ·  Class 9  ·  CBSE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E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Definitions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286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8288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9659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Photosynthesis: the process by which plants, algae, and some bacteria convert light energy into chemical energy.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256032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56032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6974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Chlorophyll: the green pigment found in chloroplasts that absorbs light energy for photosynthesis.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329184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29184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4290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Chloroplasts: organelles found in plant cells where photosynthesis takes place.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CE3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 ·  Biology  ·  Class 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0" y="6492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Educational PPT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 ·  Class 9  ·  CBSE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E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Definitions (Part 2)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286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8288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9659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these key terms is essential for grasping the concept of photosynthesis and its importance in the ecosystem.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CE3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 ·  Biology  ·  Class 9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0" y="6492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Educational PPT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 ·  Class 9  ·  CBSE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E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Process of Photosynthesis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286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8288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9659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occurs in two stages: the light-dependent reactions and the light-independent reactions.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256032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56032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6974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light-dependent reactions involve the conversion of light energy into ATP and NADPH, while the light-independent reactions involve the conversion of CO2 into glucose using ATP and NADPH.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329184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29184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4290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overall equation for photosynthesis is 6CO2 + 6H2O + light energy → C6H12O6 (glucose) + 6O2.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CE3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 ·  Biology  ·  Class 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0" y="6492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Educational PPT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 ·  Class 9  ·  CBSE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E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Process of Photosynthesis (Part 2)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286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8288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9659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is used in agriculture to increase crop yields and in environmental science to monitor and mitigate the effects of climate change.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CE3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 ·  Biology  ·  Class 9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0" y="6492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Educational PPT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 ·  Class 9  ·  CBSE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E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 Examples of Photosynthesis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286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8288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9659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Diagrams can help to illustrate the light-dependent and light-independent reactions and show how they are connected.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256032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56032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6974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diagram of a chloroplast can show the thylakoid membranes, stroma, and other structures involved in photosynthesis.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329184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29184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4290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Diagrams can help students to understand the complex process of photosynthesis and how it occurs in plant cells.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CE3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 ·  Biology  ·  Class 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0" y="6492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Educational PPT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  ·  Class 9  ·  CBSE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15600" y="91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E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 Examples of Photosynthesis (Part 2)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286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8288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2700" dist="50800" dir="2700000">
              <a:srgbClr val="99999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10972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96596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Diagrams are used in scientific research to communicate complex ideas and in education to teach students about photosynthesis.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DCE3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Photosynthesis  ·  Biology  ·  Class 9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0" y="6492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Educational PPT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2026-06-02T12:57:23Z</dcterms:created>
  <dcterms:modified xsi:type="dcterms:W3CDTF">2026-06-02T12:57:23Z</dcterms:modified>
</cp:coreProperties>
</file>